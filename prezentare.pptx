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8193-D812-CD3A-59B2-A47998F6B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24F45-4206-2CC6-4BC0-5AF5FC26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AC151-D8B1-7B91-093C-4B1401AE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E69F9-E327-95C5-1B81-4C413E0E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61E9C-1AD0-AC91-29C8-C3C0583C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DC91-5958-8A59-7D44-39CC7A81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7E992-E346-D9B3-5295-19A9C2394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0ACD3-D7AE-57DA-F420-A7DF92592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3B10-C2D0-85C3-F86A-7329AB59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63F25-0603-BF0D-8E35-2E4E61F0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3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1705-1F2A-3E5D-DA5E-7EC6D323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FFC2B-5F7C-36B9-EF0C-29FFB531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2DD23-12F3-BE3A-D099-E1FA79F0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78388-0CE4-6239-B536-6BC3C048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CF8E5-1B7B-2CD4-9C6F-4FCC5CA4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6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2092-44AE-0BA4-ED16-8F3D9E34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94BB5-AB07-7AAE-A6EC-9544E0FF7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89D15-307C-4B02-EE1E-5C9FA38D7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C1D1B-AF54-18D8-F9F5-0144F45A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4E5F6-F54C-BBB0-E1E8-7C4E7039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603D4-4E55-527A-B656-18DCC0A7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D885-8D66-2A02-BA28-69CEDA9D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18312-C1DB-C08F-8597-68C00DBA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8D919-DB08-99BD-EFCF-2EF32D4C8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C1A05-94B2-204B-28A4-BFD234773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12DE5-A69D-FB61-9803-557F98B5E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36AF1-A430-3C48-3375-C68D29D8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73E61-1DA5-BF22-6112-7CF0FD48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48C06-4398-C754-3CBA-E386FDA9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9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EE64-533D-61B0-B6F8-57FDCA6A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FDFD6-DE0D-264F-1459-46AF9775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01FA2-36A7-18D5-8082-463130E3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C45DA-F3C2-3D1B-A6BF-1EB81754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1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F61D6-EF54-0653-F4A7-823D8536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12C40-7CEE-D82F-C248-46981AD4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7574C-D43C-E1F6-59C1-0321E8C5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7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E523-BEBF-94A9-754C-D0BD9902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2F91B-4FE6-CD14-92FC-0F9F5DC5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0242D-D563-F27D-18B6-FB3161E6D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DDBC2-E618-29CF-E6B6-2F15EDF5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C7A55-800D-C147-F870-3CE51B41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EB5B2-260D-2C27-9CE9-4D95F357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9E3D-7008-877C-276C-70743185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B9E1E-8474-6D75-2B74-104976901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2622B-F433-1787-962F-C03CF4D7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93DE8-752D-AC93-6D76-B1DECADC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C39B3-D468-40B0-CD06-D036AAB4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A779B-D07E-6A23-C23C-74D74043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49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0AD6-2192-4CF0-50CB-F648C97D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2CFED-E78E-054B-93DD-18A5A6FB2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01E30-ABE8-9A4E-AF12-FD9BB761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B52F0-060A-DDB5-3DBB-0278C547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D24A-7107-4CA5-1743-8C0F7829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0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1DC5B-4504-1270-19AB-6BD143987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85B09-EE69-6989-BD9A-312C32C69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B8428-5BBB-0ACE-1E31-DB893CE7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9C934-9708-93D6-67A6-7D7A65E0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9E85-C118-D047-1D80-10D7CD63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9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1D465D-C43D-B951-7054-15C87836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7FC8B-3DF6-1F05-CC6E-8B1F1C7DE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820AB-D939-9EC0-EB23-6285764F6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B7ABE-FB3E-7E48-AD7B-B940642927E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49FFF-782D-34BE-EC01-5793A058E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58482-619C-3C6C-78EE-3A235BABA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AB6C8-083E-6A4F-90DA-23D2091E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7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crari-ase-valentin-gonganau/SIIA---referat---Web-Scraping-and-Data-Extraction-Techniques-for-Predictive-Analyti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393C-564E-14A3-BC5A-88F99DC58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Scraping and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Extraction Techniques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Predictive Analytics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9AD50-AFD4-0BA6-1E94-2436A31BA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548640" marR="548640" algn="r">
              <a:spcBef>
                <a:spcPts val="1000"/>
              </a:spcBef>
              <a:spcAft>
                <a:spcPts val="800"/>
              </a:spcAft>
            </a:pPr>
            <a:r>
              <a:rPr lang="en-US" sz="1800" i="1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GONGĂNĂU VALENTIN-MARIAN</a:t>
            </a:r>
            <a:r>
              <a:rPr lang="en-US" sz="1800" i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i="1" kern="100" dirty="0">
              <a:solidFill>
                <a:srgbClr val="40404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548640" algn="r">
              <a:spcBef>
                <a:spcPts val="1000"/>
              </a:spcBef>
              <a:spcAft>
                <a:spcPts val="800"/>
              </a:spcAft>
            </a:pPr>
            <a:r>
              <a:rPr lang="en-US" sz="1800" i="1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sz="1800" i="1" kern="10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studiu</a:t>
            </a:r>
            <a:r>
              <a:rPr lang="en-US" sz="1800" i="1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en-US" sz="1800" i="1" kern="100" dirty="0">
              <a:solidFill>
                <a:srgbClr val="40404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1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6B47-EA8E-9933-17EF-1F30D88E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60" y="1115139"/>
            <a:ext cx="10515600" cy="1325563"/>
          </a:xfrm>
        </p:spPr>
        <p:txBody>
          <a:bodyPr/>
          <a:lstStyle/>
          <a:p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8A262-2F12-01D8-8A5D-54194CB98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394" y="2883863"/>
            <a:ext cx="8531831" cy="1842249"/>
          </a:xfrm>
        </p:spPr>
        <p:txBody>
          <a:bodyPr/>
          <a:lstStyle/>
          <a:p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Web Scraping? </a:t>
            </a:r>
          </a:p>
          <a:p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Tehnici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Web Scraping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Extragerea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curatarea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datelor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Colectarea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datelor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analiza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Predictiva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Power BI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922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55F3-96D6-7955-51FE-5E057557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Tehnici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Web Scraping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4565A-5D53-9A2F-7CF1-9B27EA276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omul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intervine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 complex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program care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Copiere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lipire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dintr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pagină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Excel.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 date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API-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site-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așa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Descărcarea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CSV, JSON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RSS feed-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dispoziție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oficial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Dezavantaj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scalabil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se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actualizează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3BF2-8633-9C71-6EF9-8789EB83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719"/>
            <a:ext cx="5120811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</a:t>
            </a:r>
          </a:p>
          <a:p>
            <a:pPr marL="0" indent="0">
              <a:buNone/>
            </a:pP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program (script)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citește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codul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textul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format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Folosirea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biblioteci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framework-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precum: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Puppeteer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browser real,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JavaScript),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Cheerio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codul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HTML),</a:t>
            </a:r>
          </a:p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node-fetch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HTTP/S).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A5F-7E09-7A2D-EDE7-FC3200B9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Tehnici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Web Scraping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243A1-84FB-59BB-4875-79D659FF4491}"/>
              </a:ext>
            </a:extLst>
          </p:cNvPr>
          <p:cNvSpPr txBox="1"/>
          <p:nvPr/>
        </p:nvSpPr>
        <p:spPr>
          <a:xfrm>
            <a:off x="6328881" y="1900719"/>
            <a:ext cx="47363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Scrierea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cod care: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URL;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descarcă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web;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tag-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selectorii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salvează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CSV, JSON, XML etc.</a:t>
            </a:r>
          </a:p>
          <a:p>
            <a:pPr marL="0" indent="0">
              <a:buNone/>
            </a:pP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Rapid, automat,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mii de date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intervenție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Dezavantaj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uneori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ocolirea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limitărilor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(captcha, JavaScript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etc.).</a:t>
            </a:r>
          </a:p>
        </p:txBody>
      </p:sp>
    </p:spTree>
    <p:extLst>
      <p:ext uri="{BB962C8B-B14F-4D97-AF65-F5344CB8AC3E}">
        <p14:creationId xmlns:p14="http://schemas.microsoft.com/office/powerpoint/2010/main" val="1404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2E54-B861-5F6F-F55F-6F976D43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Colectarea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datelor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analiza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Power BI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BA1B8-630A-98A7-FBBE-A1660B8638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329553"/>
            <a:ext cx="10513667" cy="4516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423DB0-6B13-485F-D847-D3DE217B6011}"/>
              </a:ext>
            </a:extLst>
          </p:cNvPr>
          <p:cNvSpPr txBox="1"/>
          <p:nvPr/>
        </p:nvSpPr>
        <p:spPr>
          <a:xfrm>
            <a:off x="2381036" y="5938096"/>
            <a:ext cx="83862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3"/>
              </a:rPr>
              <a:t>https://github.com/lucrari-ase-valentin-gonganau/SIIA---referat---Web-Scraping-and-Data-Extraction-Techniques-for-Predictive-Analytics</a:t>
            </a:r>
            <a:r>
              <a:rPr lang="en-US" sz="900" dirty="0">
                <a:effectLst/>
              </a:rPr>
              <a:t>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4059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3DDECC-3AFB-2CE2-DC92-59ECC61E5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53" y="987992"/>
            <a:ext cx="10783694" cy="488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0E8CA9-F04D-B8D1-AE28-3FB8C6C3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64" y="674914"/>
            <a:ext cx="10931868" cy="57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1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F211FF-5DDA-E8BE-899C-73704404A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688975"/>
            <a:ext cx="5943600" cy="548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6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E8B2-30B6-ECF4-5607-405CF517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875" y="2766218"/>
            <a:ext cx="3857368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Multumesc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rabdare</a:t>
            </a:r>
            <a:r>
              <a:rPr lang="en-US" dirty="0"/>
              <a:t>!</a:t>
            </a:r>
            <a:br>
              <a:rPr lang="en-US" dirty="0"/>
            </a:br>
            <a:br>
              <a:rPr lang="en-US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57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304</Words>
  <Application>Microsoft Macintosh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Office Theme</vt:lpstr>
      <vt:lpstr>Web Scraping and Data Extraction Techniques for Predictive Analytics </vt:lpstr>
      <vt:lpstr>Introducere</vt:lpstr>
      <vt:lpstr>Tehnici si metode de Web Scraping</vt:lpstr>
      <vt:lpstr>Tehnici si metode de Web Scraping</vt:lpstr>
      <vt:lpstr>Colectarea datelor si analiza Predictiva in Power BI </vt:lpstr>
      <vt:lpstr>PowerPoint Presentation</vt:lpstr>
      <vt:lpstr>PowerPoint Presentation</vt:lpstr>
      <vt:lpstr>PowerPoint Presentation</vt:lpstr>
      <vt:lpstr>Multumesc pentru rabdare!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and Data Extraction Techniques for Predictive Analytics </dc:title>
  <dc:creator>Valentin Gonganau</dc:creator>
  <cp:lastModifiedBy>Valentin Gonganau</cp:lastModifiedBy>
  <cp:revision>4</cp:revision>
  <dcterms:created xsi:type="dcterms:W3CDTF">2025-11-04T09:50:14Z</dcterms:created>
  <dcterms:modified xsi:type="dcterms:W3CDTF">2025-11-04T10:08:22Z</dcterms:modified>
</cp:coreProperties>
</file>