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3"/>
  </p:normalViewPr>
  <p:slideViewPr>
    <p:cSldViewPr snapToGrid="0">
      <p:cViewPr varScale="1">
        <p:scale>
          <a:sx n="104" d="100"/>
          <a:sy n="104" d="100"/>
        </p:scale>
        <p:origin x="23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19439-08C5-25F8-13AC-37D94F3E6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268A7D-5F9B-CF8D-FBFF-DFA2C8B1F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8E5CD-ACD8-CE6C-5C3C-5D1DC622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53FF6-4A79-48DF-0703-948AB9C9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48DCF-EB5F-0F19-D4CF-2D103F39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54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0D1B-30F5-D573-197F-D82DA086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D76CA-EB43-615A-AD99-D016CEE398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ED7E-C935-D921-84E0-A326681A3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726B1-1C40-C6A0-C09E-38D755C19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97D7C-42A9-BBEB-0291-F1205451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346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31F35-21D6-479A-1B59-23E2824FA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0E085-E246-B17E-DD1E-9210169D8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D8635-4E3A-0CF9-E702-5483A7395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8A65E-5E5F-5C52-89FB-81C184B68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BC64F-8F06-F784-2C8D-00AD10F21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756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44120-61B2-4877-C11F-CBA9E97C3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37BE3-94CF-1A83-7E0D-9C350ABB9F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C85052-F0D0-A38E-5B7E-17D9A4B27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21DAC3-222D-5E75-4B9B-A2CF29DA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FC643-B847-E3FE-4123-B0CA2911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150B7F-8912-9DE0-9E0B-4A81FEA73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847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0737C-DA5C-8F90-9463-944634320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77149-0F06-120C-6A7B-FE459D6B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AFEEA0-94A3-016C-B8C8-0E8C7F314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57FF67-73C6-782D-BF11-7D80EB4E06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A73507-A514-4ADA-54EE-CF77317B61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69E2B5-988B-B53A-85C5-C238B2AFC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876339-EFB5-8390-CB7C-5558E9AD9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A439CD-C435-9B61-CB5E-F8399F1F0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916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2CA0-B984-72B6-FBA0-C1B36B41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542AE6-E96A-E98F-0E5D-8A1933A8B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EFD69-758C-9F7A-C8F4-610706641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8DCC5-7632-6D5A-423F-6F62150B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298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720F27-22EC-18C4-066E-44B4F3F7E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8B88D6-5AB9-17E0-E313-CCAAD7F2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7A61C-B5B2-0CB9-8B35-9A81AAC5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1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0052E-175F-1047-E527-F8F40388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BD410-809A-58E8-D49B-23557D97C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C7B4C-30D0-2368-BBF4-1890104AE2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1BAF0-E999-C584-A7AB-712E116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DD030-7248-1EAE-6723-8B923CDA0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D6B07-2B42-3CFF-1F62-7152752E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62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C0FE1-1654-B119-A13B-7C1EAC05F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13CB26-A429-803B-66C9-FD71549475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33F196-5D9C-9D5D-BBD1-96E524594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9C705-4F95-C920-7BC8-33F44D6B9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38D3F-2BF5-692F-9144-FBF160DD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24C0D-6DAD-9445-980C-7F625E132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6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6E597-3F5B-8750-55B2-68639EA3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8EF0E0-A346-894A-FE25-D18F62AD7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144B3-C6E6-696E-DEB3-AAC86E3C6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10672-F265-5F1A-982A-2D2228E88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D2BBF-666F-3F62-91A7-D304650D9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264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C8B972-B9F8-8973-B28F-5D9E9F6D6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602733-0804-8C1C-CB3B-939B5DA41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3EEA9-8721-886A-7E16-B1AE11C0A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55A95B-A498-1EC0-EB41-CBECACFB3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EF6AF-7191-C076-5013-B4267CC6A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75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B851E4-9F35-726C-7895-6B7DA6502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95AAC-12F2-E0AE-F002-1B1172635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9E3F2-2226-6C1F-AD17-5899D77A62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9B7ABE-FB3E-7E48-AD7B-B940642927E5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0F0C4-2B3D-0EDA-8F76-D8970D3893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2E1E3-1F60-76D7-1309-A3C2BB2E85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AB6C8-083E-6A4F-90DA-23D2091E9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5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393C-564E-14A3-BC5A-88F99DC58F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228600" marR="0"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 Scraping and</a:t>
            </a:r>
            <a:b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 Extraction Techniques</a:t>
            </a:r>
            <a:b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 Predictive Analytics</a:t>
            </a:r>
            <a:b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09AD50-AFD4-0BA6-1E94-2436A31BA3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548640" marR="548640" algn="r">
              <a:spcBef>
                <a:spcPts val="1000"/>
              </a:spcBef>
              <a:spcAft>
                <a:spcPts val="800"/>
              </a:spcAft>
            </a:pPr>
            <a:r>
              <a:rPr lang="en-US" sz="1800" i="1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Student GONGĂNĂU VALENTIN-MARIAN</a:t>
            </a:r>
            <a:r>
              <a:rPr lang="en-US" sz="1800" i="1" kern="10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800" i="1" kern="100" dirty="0">
              <a:solidFill>
                <a:srgbClr val="40404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548640" marR="548640" algn="r">
              <a:spcBef>
                <a:spcPts val="1000"/>
              </a:spcBef>
              <a:spcAft>
                <a:spcPts val="800"/>
              </a:spcAft>
            </a:pPr>
            <a:r>
              <a:rPr lang="en-US" sz="1800" i="1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 </a:t>
            </a:r>
            <a:r>
              <a:rPr lang="en-US" sz="1800" i="1" kern="100" dirty="0" err="1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studiu</a:t>
            </a:r>
            <a:r>
              <a:rPr lang="en-US" sz="1800" i="1" kern="100" dirty="0">
                <a:solidFill>
                  <a:srgbClr val="40404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1</a:t>
            </a:r>
            <a:endParaRPr lang="en-US" sz="1800" i="1" kern="100" dirty="0">
              <a:solidFill>
                <a:srgbClr val="40404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312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16B47-EA8E-9933-17EF-1F30D88E6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Introducere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8A262-2F12-01D8-8A5D-54194CB98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Ce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este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Web Scraping? </a:t>
            </a: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Ce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este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data extraction (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extractie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de date )?</a:t>
            </a:r>
            <a:r>
              <a:rPr lang="en-US" dirty="0">
                <a:effectLst/>
              </a:rPr>
              <a:t> </a:t>
            </a:r>
          </a:p>
          <a:p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Ce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este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predictive analytics (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analiza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predictiva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a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datelor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)?</a:t>
            </a: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7922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055F3-96D6-7955-51FE-5E0575578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Tehnici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metode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 Web Scraping</a:t>
            </a:r>
            <a:b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4565A-5D53-9A2F-7CF1-9B27EA276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/>
              <a:t>🔹 2️⃣ </a:t>
            </a:r>
            <a:r>
              <a:rPr lang="en-US" sz="1200" b="1" dirty="0" err="1"/>
              <a:t>Tehnici</a:t>
            </a:r>
            <a:r>
              <a:rPr lang="en-US" sz="1200" b="1" dirty="0"/>
              <a:t> </a:t>
            </a:r>
            <a:r>
              <a:rPr lang="en-US" sz="1200" b="1" dirty="0" err="1"/>
              <a:t>manuale</a:t>
            </a:r>
            <a:endParaRPr lang="en-US" sz="1200" b="1" dirty="0"/>
          </a:p>
          <a:p>
            <a:r>
              <a:rPr lang="en-US" sz="1200" dirty="0"/>
              <a:t>Sunt </a:t>
            </a:r>
            <a:r>
              <a:rPr lang="en-US" sz="1200" dirty="0" err="1"/>
              <a:t>cele</a:t>
            </a:r>
            <a:r>
              <a:rPr lang="en-US" sz="1200" dirty="0"/>
              <a:t> </a:t>
            </a:r>
            <a:r>
              <a:rPr lang="en-US" sz="1200" dirty="0" err="1"/>
              <a:t>în</a:t>
            </a:r>
            <a:r>
              <a:rPr lang="en-US" sz="1200" dirty="0"/>
              <a:t> care </a:t>
            </a:r>
            <a:r>
              <a:rPr lang="en-US" sz="1200" b="1" dirty="0"/>
              <a:t>omul </a:t>
            </a:r>
            <a:r>
              <a:rPr lang="en-US" sz="1200" b="1" dirty="0" err="1"/>
              <a:t>intervine</a:t>
            </a:r>
            <a:r>
              <a:rPr lang="en-US" sz="1200" b="1" dirty="0"/>
              <a:t> direct</a:t>
            </a:r>
            <a:r>
              <a:rPr lang="en-US" sz="1200" dirty="0"/>
              <a:t> — </a:t>
            </a:r>
            <a:r>
              <a:rPr lang="en-US" sz="1200" dirty="0" err="1"/>
              <a:t>fără</a:t>
            </a:r>
            <a:r>
              <a:rPr lang="en-US" sz="1200" dirty="0"/>
              <a:t> cod complex </a:t>
            </a:r>
            <a:r>
              <a:rPr lang="en-US" sz="1200" dirty="0" err="1"/>
              <a:t>sau</a:t>
            </a:r>
            <a:r>
              <a:rPr lang="en-US" sz="1200" dirty="0"/>
              <a:t> </a:t>
            </a:r>
            <a:r>
              <a:rPr lang="en-US" sz="1200" dirty="0" err="1"/>
              <a:t>fără</a:t>
            </a:r>
            <a:r>
              <a:rPr lang="en-US" sz="1200" dirty="0"/>
              <a:t> un program care </a:t>
            </a:r>
            <a:r>
              <a:rPr lang="en-US" sz="1200" dirty="0" err="1"/>
              <a:t>rulează</a:t>
            </a:r>
            <a:r>
              <a:rPr lang="en-US" sz="1200" dirty="0"/>
              <a:t> </a:t>
            </a:r>
            <a:r>
              <a:rPr lang="en-US" sz="1200" dirty="0" err="1"/>
              <a:t>singur</a:t>
            </a:r>
            <a:r>
              <a:rPr lang="en-US" sz="1200" dirty="0"/>
              <a:t>.</a:t>
            </a:r>
          </a:p>
          <a:p>
            <a:endParaRPr lang="en-US" sz="1200" b="1" dirty="0"/>
          </a:p>
          <a:p>
            <a:r>
              <a:rPr lang="en-US" sz="1200" b="1" dirty="0" err="1"/>
              <a:t>Exemple</a:t>
            </a:r>
            <a:r>
              <a:rPr lang="en-US" sz="1200" b="1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 err="1"/>
              <a:t>Copiere</a:t>
            </a:r>
            <a:r>
              <a:rPr lang="en-US" sz="1200" b="1" dirty="0"/>
              <a:t> </a:t>
            </a:r>
            <a:r>
              <a:rPr lang="en-US" sz="1200" b="1" dirty="0" err="1"/>
              <a:t>și</a:t>
            </a:r>
            <a:r>
              <a:rPr lang="en-US" sz="1200" b="1" dirty="0"/>
              <a:t> </a:t>
            </a:r>
            <a:r>
              <a:rPr lang="en-US" sz="1200" b="1" dirty="0" err="1"/>
              <a:t>lipire</a:t>
            </a:r>
            <a:r>
              <a:rPr lang="en-US" sz="1200" b="1" dirty="0"/>
              <a:t> </a:t>
            </a:r>
            <a:r>
              <a:rPr lang="en-US" sz="1200" b="1" dirty="0" err="1"/>
              <a:t>manuală</a:t>
            </a:r>
            <a:r>
              <a:rPr lang="en-US" sz="1200" dirty="0"/>
              <a:t> </a:t>
            </a:r>
            <a:r>
              <a:rPr lang="en-US" sz="1200" dirty="0" err="1"/>
              <a:t>dintr</a:t>
            </a:r>
            <a:r>
              <a:rPr lang="en-US" sz="1200" dirty="0"/>
              <a:t>-o </a:t>
            </a:r>
            <a:r>
              <a:rPr lang="en-US" sz="1200" dirty="0" err="1"/>
              <a:t>pagină</a:t>
            </a:r>
            <a:r>
              <a:rPr lang="en-US" sz="1200" dirty="0"/>
              <a:t> web </a:t>
            </a:r>
            <a:r>
              <a:rPr lang="en-US" sz="1200" dirty="0" err="1"/>
              <a:t>într</a:t>
            </a:r>
            <a:r>
              <a:rPr lang="en-US" sz="1200" dirty="0"/>
              <a:t>-un </a:t>
            </a:r>
            <a:r>
              <a:rPr lang="en-US" sz="1200" dirty="0" err="1"/>
              <a:t>fișier</a:t>
            </a:r>
            <a:r>
              <a:rPr lang="en-US" sz="1200" dirty="0"/>
              <a:t> Excel.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Export de date </a:t>
            </a:r>
            <a:r>
              <a:rPr lang="en-US" sz="1200" b="1" dirty="0" err="1"/>
              <a:t>prin</a:t>
            </a:r>
            <a:r>
              <a:rPr lang="en-US" sz="1200" b="1" dirty="0"/>
              <a:t> API-</a:t>
            </a:r>
            <a:r>
              <a:rPr lang="en-US" sz="1200" b="1" dirty="0" err="1"/>
              <a:t>uri</a:t>
            </a:r>
            <a:r>
              <a:rPr lang="en-US" sz="1200" b="1" dirty="0"/>
              <a:t> </a:t>
            </a:r>
            <a:r>
              <a:rPr lang="en-US" sz="1200" b="1" dirty="0" err="1"/>
              <a:t>publice</a:t>
            </a:r>
            <a:r>
              <a:rPr lang="en-US" sz="1200" dirty="0"/>
              <a:t>, </a:t>
            </a:r>
            <a:r>
              <a:rPr lang="en-US" sz="1200" dirty="0" err="1"/>
              <a:t>dacă</a:t>
            </a:r>
            <a:r>
              <a:rPr lang="en-US" sz="1200" dirty="0"/>
              <a:t> site-</a:t>
            </a:r>
            <a:r>
              <a:rPr lang="en-US" sz="1200" dirty="0" err="1"/>
              <a:t>ul</a:t>
            </a:r>
            <a:r>
              <a:rPr lang="en-US" sz="1200" dirty="0"/>
              <a:t> </a:t>
            </a:r>
            <a:r>
              <a:rPr lang="en-US" sz="1200" dirty="0" err="1"/>
              <a:t>oferă</a:t>
            </a:r>
            <a:r>
              <a:rPr lang="en-US" sz="1200" dirty="0"/>
              <a:t> </a:t>
            </a:r>
            <a:r>
              <a:rPr lang="en-US" sz="1200" dirty="0" err="1"/>
              <a:t>așa</a:t>
            </a:r>
            <a:r>
              <a:rPr lang="en-US" sz="1200" dirty="0"/>
              <a:t> </a:t>
            </a:r>
            <a:r>
              <a:rPr lang="en-US" sz="1200" dirty="0" err="1"/>
              <a:t>ceva</a:t>
            </a:r>
            <a:r>
              <a:rPr lang="en-US" sz="12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 err="1"/>
              <a:t>Descărcarea</a:t>
            </a:r>
            <a:r>
              <a:rPr lang="en-US" sz="1200" b="1" dirty="0"/>
              <a:t> de </a:t>
            </a:r>
            <a:r>
              <a:rPr lang="en-US" sz="1200" b="1" dirty="0" err="1"/>
              <a:t>fișiere</a:t>
            </a:r>
            <a:r>
              <a:rPr lang="en-US" sz="1200" b="1" dirty="0"/>
              <a:t> CSV, JSON </a:t>
            </a:r>
            <a:r>
              <a:rPr lang="en-US" sz="1200" b="1" dirty="0" err="1"/>
              <a:t>sau</a:t>
            </a:r>
            <a:r>
              <a:rPr lang="en-US" sz="1200" b="1" dirty="0"/>
              <a:t> RSS feed-</a:t>
            </a:r>
            <a:r>
              <a:rPr lang="en-US" sz="1200" b="1" dirty="0" err="1"/>
              <a:t>uri</a:t>
            </a:r>
            <a:r>
              <a:rPr lang="en-US" sz="1200" dirty="0"/>
              <a:t>, </a:t>
            </a:r>
            <a:r>
              <a:rPr lang="en-US" sz="1200" dirty="0" err="1"/>
              <a:t>puse</a:t>
            </a:r>
            <a:r>
              <a:rPr lang="en-US" sz="1200" dirty="0"/>
              <a:t> la </a:t>
            </a:r>
            <a:r>
              <a:rPr lang="en-US" sz="1200" dirty="0" err="1"/>
              <a:t>dispoziție</a:t>
            </a:r>
            <a:r>
              <a:rPr lang="en-US" sz="1200" dirty="0"/>
              <a:t> </a:t>
            </a:r>
            <a:r>
              <a:rPr lang="en-US" sz="1200" dirty="0" err="1"/>
              <a:t>oficial</a:t>
            </a:r>
            <a:r>
              <a:rPr lang="en-US" sz="1200" dirty="0"/>
              <a:t>.</a:t>
            </a:r>
          </a:p>
          <a:p>
            <a:br>
              <a:rPr lang="en-US" sz="1200" dirty="0"/>
            </a:br>
            <a:endParaRPr lang="en-US" sz="1200" dirty="0"/>
          </a:p>
          <a:p>
            <a:endParaRPr lang="en-US" sz="1200" i="1" dirty="0"/>
          </a:p>
          <a:p>
            <a:r>
              <a:rPr lang="en-US" sz="1200" i="1" dirty="0" err="1"/>
              <a:t>Avantaj</a:t>
            </a:r>
            <a:r>
              <a:rPr lang="en-US" sz="1200" i="1" dirty="0"/>
              <a:t>:</a:t>
            </a:r>
            <a:r>
              <a:rPr lang="en-US" sz="1200" dirty="0"/>
              <a:t> </a:t>
            </a:r>
            <a:r>
              <a:rPr lang="en-US" sz="1200" dirty="0" err="1"/>
              <a:t>Ușor</a:t>
            </a:r>
            <a:r>
              <a:rPr lang="en-US" sz="1200" dirty="0"/>
              <a:t> de </a:t>
            </a:r>
            <a:r>
              <a:rPr lang="en-US" sz="1200" dirty="0" err="1"/>
              <a:t>realizat</a:t>
            </a:r>
            <a:r>
              <a:rPr lang="en-US" sz="1200" dirty="0"/>
              <a:t>.</a:t>
            </a:r>
          </a:p>
          <a:p>
            <a:r>
              <a:rPr lang="en-US" sz="1200" i="1" dirty="0" err="1"/>
              <a:t>Dezavantaj</a:t>
            </a:r>
            <a:r>
              <a:rPr lang="en-US" sz="1200" i="1" dirty="0"/>
              <a:t>:</a:t>
            </a:r>
            <a:r>
              <a:rPr lang="en-US" sz="1200" dirty="0"/>
              <a:t> Nu </a:t>
            </a:r>
            <a:r>
              <a:rPr lang="en-US" sz="1200" dirty="0" err="1"/>
              <a:t>este</a:t>
            </a:r>
            <a:r>
              <a:rPr lang="en-US" sz="1200" dirty="0"/>
              <a:t> </a:t>
            </a:r>
            <a:r>
              <a:rPr lang="en-US" sz="1200" dirty="0" err="1"/>
              <a:t>scalabil</a:t>
            </a:r>
            <a:r>
              <a:rPr lang="en-US" sz="1200" dirty="0"/>
              <a:t> — </a:t>
            </a:r>
            <a:r>
              <a:rPr lang="en-US" sz="1200" dirty="0" err="1"/>
              <a:t>necesită</a:t>
            </a:r>
            <a:r>
              <a:rPr lang="en-US" sz="1200" dirty="0"/>
              <a:t> </a:t>
            </a:r>
            <a:r>
              <a:rPr lang="en-US" sz="1200" dirty="0" err="1"/>
              <a:t>muncă</a:t>
            </a:r>
            <a:r>
              <a:rPr lang="en-US" sz="1200" dirty="0"/>
              <a:t> </a:t>
            </a:r>
            <a:r>
              <a:rPr lang="en-US" sz="1200" dirty="0" err="1"/>
              <a:t>manuală</a:t>
            </a:r>
            <a:r>
              <a:rPr lang="en-US" sz="1200" dirty="0"/>
              <a:t> </a:t>
            </a:r>
            <a:r>
              <a:rPr lang="en-US" sz="1200" dirty="0" err="1"/>
              <a:t>și</a:t>
            </a:r>
            <a:r>
              <a:rPr lang="en-US" sz="1200" dirty="0"/>
              <a:t> nu se </a:t>
            </a:r>
            <a:r>
              <a:rPr lang="en-US" sz="1200" dirty="0" err="1"/>
              <a:t>actualizează</a:t>
            </a:r>
            <a:r>
              <a:rPr lang="en-US" sz="1200" dirty="0"/>
              <a:t> automat.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7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B3BF2-8633-9C71-6EF9-8789EB83B2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07571"/>
            <a:ext cx="10515600" cy="5469392"/>
          </a:xfrm>
        </p:spPr>
        <p:txBody>
          <a:bodyPr>
            <a:normAutofit fontScale="47500" lnSpcReduction="20000"/>
          </a:bodyPr>
          <a:lstStyle/>
          <a:p>
            <a:r>
              <a:rPr lang="en-US" b="1" dirty="0" err="1"/>
              <a:t>Tehnici</a:t>
            </a:r>
            <a:r>
              <a:rPr lang="en-US" b="1" dirty="0"/>
              <a:t> automate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Sunt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care </a:t>
            </a:r>
            <a:r>
              <a:rPr lang="en-US" b="1" dirty="0"/>
              <a:t>un program (script)</a:t>
            </a:r>
            <a:r>
              <a:rPr lang="en-US" dirty="0"/>
              <a:t> face </a:t>
            </a:r>
            <a:r>
              <a:rPr lang="en-US" dirty="0" err="1"/>
              <a:t>toată</a:t>
            </a:r>
            <a:r>
              <a:rPr lang="en-US" dirty="0"/>
              <a:t> </a:t>
            </a:r>
            <a:r>
              <a:rPr lang="en-US" dirty="0" err="1"/>
              <a:t>munca</a:t>
            </a:r>
            <a:r>
              <a:rPr lang="en-US" dirty="0"/>
              <a:t>: </a:t>
            </a:r>
            <a:r>
              <a:rPr lang="en-US" dirty="0" err="1"/>
              <a:t>accesează</a:t>
            </a:r>
            <a:r>
              <a:rPr lang="en-US" dirty="0"/>
              <a:t> </a:t>
            </a:r>
            <a:r>
              <a:rPr lang="en-US" dirty="0" err="1"/>
              <a:t>pagini</a:t>
            </a:r>
            <a:r>
              <a:rPr lang="en-US" dirty="0"/>
              <a:t>, </a:t>
            </a:r>
            <a:r>
              <a:rPr lang="en-US" dirty="0" err="1"/>
              <a:t>citește</a:t>
            </a:r>
            <a:r>
              <a:rPr lang="en-US" dirty="0"/>
              <a:t> </a:t>
            </a:r>
            <a:r>
              <a:rPr lang="en-US" dirty="0" err="1"/>
              <a:t>codul</a:t>
            </a:r>
            <a:r>
              <a:rPr lang="en-US" dirty="0"/>
              <a:t> HTML, </a:t>
            </a:r>
            <a:r>
              <a:rPr lang="en-US" dirty="0" err="1"/>
              <a:t>extrage</a:t>
            </a:r>
            <a:r>
              <a:rPr lang="en-US" dirty="0"/>
              <a:t> </a:t>
            </a:r>
            <a:r>
              <a:rPr lang="en-US" dirty="0" err="1"/>
              <a:t>textul</a:t>
            </a:r>
            <a:r>
              <a:rPr lang="en-US" dirty="0"/>
              <a:t> relevant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salvează</a:t>
            </a:r>
            <a:r>
              <a:rPr lang="en-US" dirty="0"/>
              <a:t> </a:t>
            </a:r>
            <a:r>
              <a:rPr lang="en-US" dirty="0" err="1"/>
              <a:t>datele</a:t>
            </a:r>
            <a:r>
              <a:rPr lang="en-US" dirty="0"/>
              <a:t> </a:t>
            </a:r>
            <a:r>
              <a:rPr lang="en-US" dirty="0" err="1"/>
              <a:t>într</a:t>
            </a:r>
            <a:r>
              <a:rPr lang="en-US" dirty="0"/>
              <a:t>-un format </a:t>
            </a:r>
            <a:r>
              <a:rPr lang="en-US" dirty="0" err="1"/>
              <a:t>structurat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Exemple</a:t>
            </a:r>
            <a:r>
              <a:rPr lang="en-US" b="1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biblioteci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framework-</a:t>
            </a:r>
            <a:r>
              <a:rPr lang="en-US" dirty="0" err="1"/>
              <a:t>uri</a:t>
            </a:r>
            <a:r>
              <a:rPr lang="en-US" dirty="0"/>
              <a:t> precum: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Puppeteer</a:t>
            </a:r>
            <a:r>
              <a:rPr lang="en-US" dirty="0"/>
              <a:t> (</a:t>
            </a:r>
            <a:r>
              <a:rPr lang="en-US" dirty="0" err="1"/>
              <a:t>simulează</a:t>
            </a:r>
            <a:r>
              <a:rPr lang="en-US" dirty="0"/>
              <a:t> un browser real, </a:t>
            </a:r>
            <a:r>
              <a:rPr lang="en-US" dirty="0" err="1"/>
              <a:t>execută</a:t>
            </a:r>
            <a:r>
              <a:rPr lang="en-US" dirty="0"/>
              <a:t> JavaScript),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Cheerio</a:t>
            </a:r>
            <a:r>
              <a:rPr lang="en-US" dirty="0"/>
              <a:t> (</a:t>
            </a:r>
            <a:r>
              <a:rPr lang="en-US" dirty="0" err="1"/>
              <a:t>analizează</a:t>
            </a:r>
            <a:r>
              <a:rPr lang="en-US" dirty="0"/>
              <a:t> direct </a:t>
            </a:r>
            <a:r>
              <a:rPr lang="en-US" dirty="0" err="1"/>
              <a:t>codul</a:t>
            </a:r>
            <a:r>
              <a:rPr lang="en-US" dirty="0"/>
              <a:t> HTML),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Axios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b="1" dirty="0"/>
              <a:t>node-fetch</a:t>
            </a:r>
            <a:r>
              <a:rPr lang="en-US" dirty="0"/>
              <a:t> (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HTTP/S).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Scrierea</a:t>
            </a:r>
            <a:r>
              <a:rPr lang="en-US" dirty="0"/>
              <a:t> de cod care: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accesează</a:t>
            </a:r>
            <a:r>
              <a:rPr lang="en-US" dirty="0"/>
              <a:t> un URL;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descarcă</a:t>
            </a:r>
            <a:r>
              <a:rPr lang="en-US" dirty="0"/>
              <a:t> </a:t>
            </a:r>
            <a:r>
              <a:rPr lang="en-US" dirty="0" err="1"/>
              <a:t>pagina</a:t>
            </a:r>
            <a:r>
              <a:rPr lang="en-US" dirty="0"/>
              <a:t> web;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identifică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extrage</a:t>
            </a:r>
            <a:r>
              <a:rPr lang="en-US" dirty="0"/>
              <a:t> </a:t>
            </a:r>
            <a:r>
              <a:rPr lang="en-US" dirty="0" err="1"/>
              <a:t>datele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</a:t>
            </a:r>
            <a:r>
              <a:rPr lang="en-US" b="1" dirty="0"/>
              <a:t>tag-</a:t>
            </a:r>
            <a:r>
              <a:rPr lang="en-US" b="1" dirty="0" err="1"/>
              <a:t>uri</a:t>
            </a:r>
            <a:r>
              <a:rPr lang="en-US" b="1" dirty="0"/>
              <a:t> HTML</a:t>
            </a:r>
            <a:r>
              <a:rPr lang="en-US" dirty="0"/>
              <a:t>, </a:t>
            </a:r>
            <a:r>
              <a:rPr lang="en-US" b="1" dirty="0"/>
              <a:t>Regex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b="1" dirty="0" err="1"/>
              <a:t>selectorii</a:t>
            </a:r>
            <a:r>
              <a:rPr lang="en-US" b="1" dirty="0"/>
              <a:t> DOM</a:t>
            </a:r>
            <a:r>
              <a:rPr lang="en-US" dirty="0"/>
              <a:t>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salvează</a:t>
            </a:r>
            <a:r>
              <a:rPr lang="en-US" dirty="0"/>
              <a:t> </a:t>
            </a:r>
            <a:r>
              <a:rPr lang="en-US" dirty="0" err="1"/>
              <a:t>rezultatele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CSV, JSON, XML etc.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i="1" dirty="0" err="1"/>
              <a:t>Avantaj</a:t>
            </a:r>
            <a:r>
              <a:rPr lang="en-US" i="1" dirty="0"/>
              <a:t>:</a:t>
            </a:r>
            <a:r>
              <a:rPr lang="en-US" dirty="0"/>
              <a:t> Rapid, automat,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colecta</a:t>
            </a:r>
            <a:r>
              <a:rPr lang="en-US" dirty="0"/>
              <a:t> mii de date </a:t>
            </a:r>
            <a:r>
              <a:rPr lang="en-US" dirty="0" err="1"/>
              <a:t>fără</a:t>
            </a:r>
            <a:r>
              <a:rPr lang="en-US" dirty="0"/>
              <a:t> </a:t>
            </a:r>
            <a:r>
              <a:rPr lang="en-US" dirty="0" err="1"/>
              <a:t>intervenție</a:t>
            </a:r>
            <a:r>
              <a:rPr lang="en-US" dirty="0"/>
              <a:t> </a:t>
            </a:r>
            <a:r>
              <a:rPr lang="en-US" dirty="0" err="1"/>
              <a:t>manuală</a:t>
            </a:r>
            <a:r>
              <a:rPr lang="en-US" dirty="0"/>
              <a:t>.</a:t>
            </a:r>
          </a:p>
          <a:p>
            <a:r>
              <a:rPr lang="en-US" i="1" dirty="0" err="1"/>
              <a:t>Dezavantaj</a:t>
            </a:r>
            <a:r>
              <a:rPr lang="en-US" i="1" dirty="0"/>
              <a:t>:</a:t>
            </a:r>
            <a:r>
              <a:rPr lang="en-US" dirty="0"/>
              <a:t> </a:t>
            </a:r>
            <a:r>
              <a:rPr lang="en-US" dirty="0" err="1"/>
              <a:t>Necesită</a:t>
            </a:r>
            <a:r>
              <a:rPr lang="en-US" dirty="0"/>
              <a:t> </a:t>
            </a:r>
            <a:r>
              <a:rPr lang="en-US" dirty="0" err="1"/>
              <a:t>cunoștințe</a:t>
            </a:r>
            <a:r>
              <a:rPr lang="en-US" dirty="0"/>
              <a:t> </a:t>
            </a:r>
            <a:r>
              <a:rPr lang="en-US" dirty="0" err="1"/>
              <a:t>tehnice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uneori</a:t>
            </a:r>
            <a:r>
              <a:rPr lang="en-US" dirty="0"/>
              <a:t> </a:t>
            </a:r>
            <a:r>
              <a:rPr lang="en-US" dirty="0" err="1"/>
              <a:t>ocolirea</a:t>
            </a:r>
            <a:r>
              <a:rPr lang="en-US" dirty="0"/>
              <a:t> </a:t>
            </a:r>
            <a:r>
              <a:rPr lang="en-US" dirty="0" err="1"/>
              <a:t>limitărilor</a:t>
            </a:r>
            <a:r>
              <a:rPr lang="en-US" dirty="0"/>
              <a:t> (captcha, JavaScript </a:t>
            </a:r>
            <a:r>
              <a:rPr lang="en-US" dirty="0" err="1"/>
              <a:t>dinamic</a:t>
            </a:r>
            <a:r>
              <a:rPr lang="en-US" dirty="0"/>
              <a:t> etc.).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4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2E54-B861-5F6F-F55F-6F976D43D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Colectarea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datelor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analiza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Predictiva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in Power BI</a:t>
            </a:r>
            <a:b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3BA1B8-630A-98A7-FBBE-A1660B8638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329553"/>
            <a:ext cx="10513667" cy="451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594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D3DDECC-3AFB-2CE2-DC92-59ECC61E5F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153" y="987992"/>
            <a:ext cx="10783694" cy="488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09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00E8CA9-F04D-B8D1-AE28-3FB8C6C36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64" y="674914"/>
            <a:ext cx="10931868" cy="575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17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211FF-5DDA-E8BE-899C-73704404A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688975"/>
            <a:ext cx="5943600" cy="548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461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E8B2-30B6-ECF4-5607-405CF517D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9875" y="2766218"/>
            <a:ext cx="3857368" cy="13255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Multumesc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rabdare</a:t>
            </a:r>
            <a:r>
              <a:rPr lang="en-US" dirty="0"/>
              <a:t>!</a:t>
            </a:r>
            <a:br>
              <a:rPr lang="en-US" dirty="0"/>
            </a:br>
            <a:br>
              <a:rPr lang="en-US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570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289</Words>
  <Application>Microsoft Macintosh PowerPoint</Application>
  <PresentationFormat>Widescreen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Web Scraping and Data Extraction Techniques for Predictive Analytics </vt:lpstr>
      <vt:lpstr>Introducere</vt:lpstr>
      <vt:lpstr>Tehnici si metode de Web Scraping </vt:lpstr>
      <vt:lpstr>PowerPoint Presentation</vt:lpstr>
      <vt:lpstr>Colectarea datelor si analiza Predictiva in Power BI </vt:lpstr>
      <vt:lpstr>PowerPoint Presentation</vt:lpstr>
      <vt:lpstr>PowerPoint Presentation</vt:lpstr>
      <vt:lpstr>PowerPoint Presentation</vt:lpstr>
      <vt:lpstr>Multumesc pentru rabdare!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and Data Extraction Techniques for Predictive Analytics </dc:title>
  <dc:creator>Valentin Gonganau</dc:creator>
  <cp:lastModifiedBy>Valentin Gonganau</cp:lastModifiedBy>
  <cp:revision>2</cp:revision>
  <dcterms:created xsi:type="dcterms:W3CDTF">2025-11-04T09:50:14Z</dcterms:created>
  <dcterms:modified xsi:type="dcterms:W3CDTF">2025-11-04T10:00:53Z</dcterms:modified>
</cp:coreProperties>
</file>